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6400800"/>
            <a:ext cx="137160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766560"/>
            <a:ext cx="13716000" cy="292608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85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Grade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Data Science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Journey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look at what I studied, what I built, and what I learned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Pandey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Data Science Master Virtual Internship  |  April – June 2026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SIEMENS  •  AICTE  •  National Internship Portal  •  EduSkills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Internship Was About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 — before we get into the details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long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virtual internship, done from home, at my own pace alongside my studies.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640080" cy="64008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2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8163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big names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182112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through the AICTE National Internship Portal with EduSkills, and supported by Siemens.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325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98678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Data Science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352544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 is called the 'Data Science Master Virtual Internship' — all about working with data.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640080" cy="64008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029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515721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by my university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5522976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as part of my learning at IILM University, Greater Noida, between April and June 2026.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4fef8df55e70e2064867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Studied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building blocks of the Data Science curriculum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99008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write code that can read, clean and work with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20240"/>
            <a:ext cx="502920" cy="50292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Probability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299008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behind spotting patterns and making sense of numbers.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2560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with SQL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75320" y="299008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Storing, sorting and pulling information out of databases.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983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541324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numbers into charts and graphs anyone can understand.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4114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343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6280" y="4983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Basics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26280" y="541324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computer to notice patterns and make predictions.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4114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343400"/>
            <a:ext cx="502920" cy="50292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75320" y="4983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Industry Case Studies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75320" y="541324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all of the above to problems inspired by Siemens' work.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Tools I Picked 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theory — things I can actually use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THINK NOW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5798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 big problem into small, solvable steps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157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 carefully before jumping to conclusions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2958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015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technical findings in simple language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1538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873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independently and managing my own timeline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1737360"/>
            <a:ext cx="0" cy="4480560"/>
          </a:xfrm>
          <a:prstGeom prst="line">
            <a:avLst/>
          </a:prstGeom>
          <a:noFill/>
          <a:ln w="12700">
            <a:solidFill>
              <a:srgbClr val="3B4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 USED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26308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103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0" y="210312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263080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0" y="2103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88036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26308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880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61120" y="288036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263080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2880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365760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263080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3657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61120" y="365760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263080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0" y="3657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Internship Taught 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honest takeaways, beyond the syllabus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tells a story, if you ask the right questions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88036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over 8 weeks matters more than short bursts of effort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9319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industry problems are messier — and more interesting — than textbook ones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5166360"/>
            <a:ext cx="457200" cy="45720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98348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learn a technical skill on my own, step by step, and finish what I start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640080"/>
            <a:ext cx="1828800" cy="18288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868680"/>
            <a:ext cx="1371600" cy="137160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4" name="Text 2"/>
          <p:cNvSpPr/>
          <p:nvPr/>
        </p:nvSpPr>
        <p:spPr>
          <a:xfrm>
            <a:off x="5394960" y="868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337560" y="2331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Grade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28346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Virtual Internship</a:t>
            </a:r>
            <a:endParaRPr lang="en-US" sz="2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Master Virtual Internship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39776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8-week journey gave me hands-on exposure to real data, real tools,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small taste of what working in Data Science actually feels like.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5074920"/>
            <a:ext cx="3657600" cy="0"/>
          </a:xfrm>
          <a:prstGeom prst="line">
            <a:avLst/>
          </a:prstGeom>
          <a:noFill/>
          <a:ln w="12700">
            <a:solidFill>
              <a:srgbClr val="3B4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5257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Pandey  •  IILM University, Greater Noida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5623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4fef8df55e70e2064867   |   Student ID: STU69f0e3ac17fae1777394604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08760" y="6172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2026-08-19T09:50:16Z</dcterms:created>
  <dcterms:modified xsi:type="dcterms:W3CDTF">2026-08-19T09:50:16Z</dcterms:modified>
</cp:coreProperties>
</file>